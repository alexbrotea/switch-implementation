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88825" cy="6858000"/>
  <p:notesSz cx="6858000" cy="9144000"/>
  <p:defaultTextStyle>
    <a:defPPr rtl="0">
      <a:defRPr lang="ro-ro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orient="horz" pos="4144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1136" userDrawn="1">
          <p15:clr>
            <a:srgbClr val="A4A3A4"/>
          </p15:clr>
        </p15:guide>
        <p15:guide id="6" pos="3839" userDrawn="1">
          <p15:clr>
            <a:srgbClr val="A4A3A4"/>
          </p15:clr>
        </p15:guide>
        <p15:guide id="7" pos="191" userDrawn="1">
          <p15:clr>
            <a:srgbClr val="A4A3A4"/>
          </p15:clr>
        </p15:guide>
        <p15:guide id="8" pos="7486" userDrawn="1">
          <p15:clr>
            <a:srgbClr val="A4A3A4"/>
          </p15:clr>
        </p15:guide>
        <p15:guide id="9" pos="576" userDrawn="1">
          <p15:clr>
            <a:srgbClr val="A4A3A4"/>
          </p15:clr>
        </p15:guide>
        <p15:guide id="10" pos="7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9" d="100"/>
          <a:sy n="79" d="100"/>
        </p:scale>
        <p:origin x="850" y="72"/>
      </p:cViewPr>
      <p:guideLst>
        <p:guide orient="horz" pos="2160"/>
        <p:guide orient="horz" pos="304"/>
        <p:guide orient="horz" pos="4144"/>
        <p:guide orient="horz" pos="3952"/>
        <p:guide orient="horz" pos="1136"/>
        <p:guide pos="3839"/>
        <p:guide pos="191"/>
        <p:guide pos="7486"/>
        <p:guide pos="576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6316CAA8-A607-44B6-ACFA-79540C270B36}" type="datetime1">
              <a:rPr lang="ro-RO" smtClean="0"/>
              <a:t>17.11.2025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A52D9BF-D574-4807-B36C-9E2A025BE826}" type="slidenum">
              <a:rPr lang="ro-RO" smtClean="0"/>
              <a:pPr algn="r" rtl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7B6D1EC-5AF3-4DF2-8677-432E7FD6F8B5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9E11EC53-F507-411E-9ADC-FBCFECE09D3D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9E11EC53-F507-411E-9ADC-FBCFECE09D3D}" type="slidenum">
              <a:rPr lang="ro-RO" smtClean="0"/>
              <a:pPr algn="r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44116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468246" y="1828800"/>
            <a:ext cx="9220200" cy="2147926"/>
          </a:xfrm>
        </p:spPr>
        <p:txBody>
          <a:bodyPr rtlCol="0" anchor="ctr">
            <a:normAutofit/>
          </a:bodyPr>
          <a:lstStyle>
            <a:lvl1pPr algn="ctr" rtl="0">
              <a:defRPr sz="4400" cap="all" normalizeH="0" baseline="0"/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 hasCustomPrompt="1"/>
          </p:nvPr>
        </p:nvSpPr>
        <p:spPr>
          <a:xfrm>
            <a:off x="1468246" y="4063998"/>
            <a:ext cx="9220200" cy="1016000"/>
          </a:xfrm>
        </p:spPr>
        <p:txBody>
          <a:bodyPr rtlCol="0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Clic pentru a edita stilul de subtitlu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83A3E1E-DBB7-45B2-A9D0-16298CD2B796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 rtlCol="0"/>
          <a:lstStyle/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 hasCustomPrompt="1"/>
          </p:nvPr>
        </p:nvSpPr>
        <p:spPr>
          <a:xfrm>
            <a:off x="914163" y="1803401"/>
            <a:ext cx="10360501" cy="4470400"/>
          </a:xfrm>
        </p:spPr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B583772-C957-4F9F-8A03-38AEE4ED3EF8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643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18883" y="1524002"/>
            <a:ext cx="9751060" cy="1992597"/>
          </a:xfrm>
        </p:spPr>
        <p:txBody>
          <a:bodyPr rtlCol="0" anchor="b" anchorCtr="0">
            <a:noAutofit/>
          </a:bodyPr>
          <a:lstStyle>
            <a:lvl1pPr algn="ctr" rtl="0">
              <a:defRPr sz="4400" b="0" cap="all" baseline="0"/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 hasCustomPrompt="1"/>
          </p:nvPr>
        </p:nvSpPr>
        <p:spPr>
          <a:xfrm>
            <a:off x="1218883" y="3632200"/>
            <a:ext cx="9751060" cy="1016000"/>
          </a:xfrm>
        </p:spPr>
        <p:txBody>
          <a:bodyPr rtlCol="0" anchor="t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Clic pentru editare stiluri text Coordonator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227181A-5A16-42E0-8BBC-D4E637A41B57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3890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 rtlCol="0"/>
          <a:lstStyle/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 hasCustomPrompt="1"/>
          </p:nvPr>
        </p:nvSpPr>
        <p:spPr>
          <a:xfrm>
            <a:off x="914162" y="1803401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400"/>
            </a:lvl5pPr>
            <a:lvl6pPr algn="l" rtl="0">
              <a:defRPr sz="1400"/>
            </a:lvl6pPr>
            <a:lvl7pPr marL="2669581" algn="l" rtl="0">
              <a:defRPr sz="1400"/>
            </a:lvl7pPr>
            <a:lvl8pPr marL="2669581" algn="l" rtl="0">
              <a:defRPr sz="1400"/>
            </a:lvl8pPr>
            <a:lvl9pPr marL="2669581" algn="l" rtl="0">
              <a:defRPr sz="1400"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 hasCustomPrompt="1"/>
          </p:nvPr>
        </p:nvSpPr>
        <p:spPr>
          <a:xfrm>
            <a:off x="6297559" y="1803401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400"/>
            </a:lvl5pPr>
            <a:lvl6pPr marL="2669581" algn="l" rtl="0">
              <a:defRPr sz="1400" baseline="0"/>
            </a:lvl6pPr>
            <a:lvl7pPr marL="2669581" algn="l" rtl="0">
              <a:defRPr sz="1400" baseline="0"/>
            </a:lvl7pPr>
            <a:lvl8pPr marL="2669581" algn="l" rtl="0">
              <a:defRPr sz="1400" baseline="0"/>
            </a:lvl8pPr>
            <a:lvl9pPr marL="2669581" algn="l" rtl="0">
              <a:defRPr sz="1400" baseline="0"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651315-F367-4C65-8FF5-76C1DE8133F2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06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 hasCustomPrompt="1"/>
          </p:nvPr>
        </p:nvSpPr>
        <p:spPr>
          <a:xfrm>
            <a:off x="914162" y="1803400"/>
            <a:ext cx="4977104" cy="914400"/>
          </a:xfrm>
        </p:spPr>
        <p:txBody>
          <a:bodyPr rtlCol="0" anchor="ctr">
            <a:noAutofit/>
          </a:bodyPr>
          <a:lstStyle>
            <a:lvl1pPr marL="0" indent="0" algn="l" rtl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2" indent="0" algn="l" rtl="0">
              <a:buNone/>
              <a:defRPr sz="2100" b="1"/>
            </a:lvl5pPr>
            <a:lvl6pPr marL="3047466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/>
            <a:r>
              <a:rPr lang="ro-RO" dirty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 hasCustomPrompt="1"/>
          </p:nvPr>
        </p:nvSpPr>
        <p:spPr>
          <a:xfrm>
            <a:off x="914162" y="2717800"/>
            <a:ext cx="4977104" cy="3556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400"/>
            </a:lvl5pPr>
            <a:lvl6pPr marL="2669581" algn="l" rtl="0">
              <a:defRPr sz="1400"/>
            </a:lvl6pPr>
            <a:lvl7pPr marL="2669581" algn="l" rtl="0">
              <a:defRPr sz="1400"/>
            </a:lvl7pPr>
            <a:lvl8pPr marL="2669581" algn="l" rtl="0">
              <a:defRPr sz="1400"/>
            </a:lvl8pPr>
            <a:lvl9pPr marL="2669581" algn="l" rtl="0">
              <a:defRPr sz="1400"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297559" y="1803400"/>
            <a:ext cx="4977104" cy="914400"/>
          </a:xfrm>
        </p:spPr>
        <p:txBody>
          <a:bodyPr rtlCol="0" anchor="ctr">
            <a:noAutofit/>
          </a:bodyPr>
          <a:lstStyle>
            <a:lvl1pPr marL="0" indent="0" algn="l" rtl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2" indent="0" algn="l" rtl="0">
              <a:buNone/>
              <a:defRPr sz="2100" b="1"/>
            </a:lvl5pPr>
            <a:lvl6pPr marL="3047466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/>
            <a:r>
              <a:rPr lang="ro-RO" dirty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 hasCustomPrompt="1"/>
          </p:nvPr>
        </p:nvSpPr>
        <p:spPr>
          <a:xfrm>
            <a:off x="6297559" y="2717800"/>
            <a:ext cx="4977104" cy="3556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400"/>
            </a:lvl5pPr>
            <a:lvl6pPr marL="2669581" algn="l" rtl="0">
              <a:defRPr sz="1400"/>
            </a:lvl6pPr>
            <a:lvl7pPr marL="2669581" algn="l" rtl="0">
              <a:defRPr sz="1400"/>
            </a:lvl7pPr>
            <a:lvl8pPr marL="2669581" algn="l" rtl="0">
              <a:defRPr sz="1400" baseline="0"/>
            </a:lvl8pPr>
            <a:lvl9pPr marL="2669581" algn="l" rtl="0">
              <a:defRPr sz="1400" baseline="0"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DE23166-4076-494B-9309-48DD10840EEC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6168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 rtlCol="0"/>
          <a:lstStyle/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272C4D9-F07C-463D-A65A-92028BA2C4E7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696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B247C4E-9A9D-4E44-A0E2-715E0CE72F3A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803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20" name="Dreptunghi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ro-RO" sz="240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 hasCustomPrompt="1"/>
          </p:nvPr>
        </p:nvSpPr>
        <p:spPr bwMode="white">
          <a:xfrm>
            <a:off x="507868" y="482602"/>
            <a:ext cx="6602280" cy="5842001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18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 hasCustomPrompt="1"/>
          </p:nvPr>
        </p:nvSpPr>
        <p:spPr>
          <a:xfrm>
            <a:off x="7821163" y="2108200"/>
            <a:ext cx="3961368" cy="4267200"/>
          </a:xfrm>
        </p:spPr>
        <p:txBody>
          <a:bodyPr rtlCol="0" anchor="t" anchorCtr="0">
            <a:normAutofit/>
          </a:bodyPr>
          <a:lstStyle>
            <a:lvl1pPr marL="0" indent="0" algn="l" rtl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2" indent="0" algn="l" rtl="0">
              <a:buNone/>
              <a:defRPr sz="1200"/>
            </a:lvl5pPr>
            <a:lvl6pPr marL="3047466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/>
            <a:r>
              <a:rPr lang="ro-RO" dirty="0"/>
              <a:t>Clic pentru editare stiluri text Coordonator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91D293-C298-4F59-910F-172236600B54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683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6399134" y="1905000"/>
            <a:ext cx="5180251" cy="1727200"/>
          </a:xfrm>
        </p:spPr>
        <p:txBody>
          <a:bodyPr rtlCol="0" anchor="b" anchorCtr="0">
            <a:normAutofit/>
          </a:bodyPr>
          <a:lstStyle>
            <a:lvl1pPr algn="l" rtl="0">
              <a:defRPr sz="3200" b="0"/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9" name="Dreptunghi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ro-RO" sz="240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."/>
          <p:cNvSpPr>
            <a:spLocks noGrp="1"/>
          </p:cNvSpPr>
          <p:nvPr>
            <p:ph type="pic" idx="1"/>
          </p:nvPr>
        </p:nvSpPr>
        <p:spPr>
          <a:xfrm>
            <a:off x="507870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 rtlCol="0">
            <a:normAutofit/>
          </a:bodyPr>
          <a:lstStyle>
            <a:lvl1pPr marL="0" indent="0" algn="ctr" rtl="0">
              <a:buNone/>
              <a:defRPr sz="27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2" indent="0" algn="l" rtl="0">
              <a:buNone/>
              <a:defRPr sz="2700"/>
            </a:lvl5pPr>
            <a:lvl6pPr marL="3047466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ro-RO"/>
              <a:t>Faceți clic pe pictogramă pentru a adăuga o imagine</a:t>
            </a:r>
            <a:endParaRPr lang="ro-RO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 hasCustomPrompt="1"/>
          </p:nvPr>
        </p:nvSpPr>
        <p:spPr>
          <a:xfrm>
            <a:off x="6399134" y="3733800"/>
            <a:ext cx="5180251" cy="1727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2" indent="0" algn="l" rtl="0">
              <a:buNone/>
              <a:defRPr sz="1200"/>
            </a:lvl5pPr>
            <a:lvl6pPr marL="3047466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/>
            <a:r>
              <a:rPr lang="ro-RO" dirty="0"/>
              <a:t>Clic pentru editare stiluri text Coordonator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23B756D-2E86-42AC-AE01-68F389F5D136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489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alternativ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rtlCol="0" anchor="b" anchorCtr="0">
            <a:normAutofit/>
          </a:bodyPr>
          <a:lstStyle>
            <a:lvl1pPr algn="l" rtl="0">
              <a:defRPr sz="3200" b="0"/>
            </a:lvl1pPr>
          </a:lstStyle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9" name="Dreptunghi 8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ro-RO" sz="240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."/>
          <p:cNvSpPr>
            <a:spLocks noGrp="1"/>
          </p:cNvSpPr>
          <p:nvPr>
            <p:ph type="pic" idx="1"/>
          </p:nvPr>
        </p:nvSpPr>
        <p:spPr>
          <a:xfrm>
            <a:off x="507869" y="482602"/>
            <a:ext cx="6602281" cy="5842001"/>
          </a:xfrm>
          <a:noFill/>
          <a:ln w="9525">
            <a:noFill/>
            <a:miter lim="800000"/>
          </a:ln>
          <a:effectLst/>
        </p:spPr>
        <p:txBody>
          <a:bodyPr rtlCol="0">
            <a:normAutofit/>
          </a:bodyPr>
          <a:lstStyle>
            <a:lvl1pPr marL="0" indent="0" algn="ctr" rtl="0">
              <a:buNone/>
              <a:defRPr sz="27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2" indent="0" algn="l" rtl="0">
              <a:buNone/>
              <a:defRPr sz="2700"/>
            </a:lvl5pPr>
            <a:lvl6pPr marL="3047466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ro-RO"/>
              <a:t>Faceți clic pe pictogramă pentru a adăuga o imagine</a:t>
            </a:r>
            <a:endParaRPr lang="ro-RO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 hasCustomPrompt="1"/>
          </p:nvPr>
        </p:nvSpPr>
        <p:spPr>
          <a:xfrm>
            <a:off x="7821163" y="2108200"/>
            <a:ext cx="3961368" cy="4267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2" indent="0" algn="l" rtl="0">
              <a:buNone/>
              <a:defRPr sz="1200"/>
            </a:lvl5pPr>
            <a:lvl6pPr marL="3047466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/>
            <a:r>
              <a:rPr lang="ro-RO" dirty="0"/>
              <a:t>Clic pentru editare stiluri text Coordonator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17C0457-6015-4450-9D5A-30F22546F301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50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u ș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5pPr algn="l" rtl="0">
              <a:defRPr/>
            </a:lvl5pPr>
            <a:lvl6pPr marL="2669581" algn="l" rtl="0">
              <a:defRPr baseline="0"/>
            </a:lvl6pPr>
            <a:lvl7pPr marL="2669581" algn="l" rtl="0">
              <a:defRPr baseline="0"/>
            </a:lvl7pPr>
            <a:lvl8pPr marL="2669581" algn="l" rtl="0">
              <a:defRPr baseline="0"/>
            </a:lvl8pPr>
            <a:lvl9pPr marL="2669581" algn="l" rtl="0">
              <a:defRPr baseline="0"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CB6C485-6D83-4EAE-925A-855C61DC4ECC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534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10040043" y="685800"/>
            <a:ext cx="1843982" cy="5588002"/>
          </a:xfrm>
        </p:spPr>
        <p:txBody>
          <a:bodyPr vert="eaVert" rtlCol="0"/>
          <a:lstStyle/>
          <a:p>
            <a:pPr rtl="0"/>
            <a:r>
              <a:rPr lang="ro-RO"/>
              <a:t>Faceți clic pentru a edita stilul de titlu coordonator</a:t>
            </a:r>
            <a:endParaRPr lang="ro-RO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163" y="685800"/>
            <a:ext cx="9040045" cy="5588002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/>
            <a:r>
              <a:rPr lang="ro-RO" dirty="0"/>
              <a:t>Clic pentru editare stiluri text Coordonator</a:t>
            </a:r>
          </a:p>
          <a:p>
            <a:pPr lvl="1" rtl="0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8D0076E-69F8-467C-BD5F-6B1FC80AC218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917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pPr rtl="0"/>
            <a:r>
              <a:rPr lang="ro-RO" dirty="0"/>
              <a:t>Clic pentru editare stil titlu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914163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ro-RO" dirty="0"/>
              <a:t>Clic pentru editare stiluri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 rtl="0"/>
            <a:r>
              <a:rPr lang="ro-RO" dirty="0"/>
              <a:t>Al treilea nivel</a:t>
            </a:r>
          </a:p>
          <a:p>
            <a:pPr lvl="3" rtl="0"/>
            <a:r>
              <a:rPr lang="ro-RO" dirty="0"/>
              <a:t>Al patrulea nivel</a:t>
            </a:r>
          </a:p>
          <a:p>
            <a:pPr lvl="4" rtl="0"/>
            <a:r>
              <a:rPr lang="ro-RO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914163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100">
                <a:solidFill>
                  <a:schemeClr val="tx1"/>
                </a:solidFill>
              </a:defRPr>
            </a:lvl1pPr>
          </a:lstStyle>
          <a:p>
            <a:pPr rtl="0"/>
            <a:endParaRPr lang="ro-RO" dirty="0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100">
                <a:solidFill>
                  <a:schemeClr val="tx1"/>
                </a:solidFill>
              </a:defRPr>
            </a:lvl1pPr>
          </a:lstStyle>
          <a:p>
            <a:fld id="{0E07E290-0862-4B18-B5C3-78808D1ED071}" type="datetime1">
              <a:rPr lang="ro-RO" smtClean="0"/>
              <a:pPr/>
              <a:t>17.11.2025</a:t>
            </a:fld>
            <a:endParaRPr lang="ro-RO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E5FD5434-F838-4DD4-A17B-1CB1A1850DF4}" type="slidenum">
              <a:rPr lang="ro-RO" smtClean="0"/>
              <a:pPr algn="r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9948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5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u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o-RO" dirty="0"/>
              <a:t> </a:t>
            </a:r>
          </a:p>
        </p:txBody>
      </p:sp>
      <p:sp>
        <p:nvSpPr>
          <p:cNvPr id="14" name="Substituent conținut 1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lvl="0" indent="0" rtl="0">
              <a:buNone/>
            </a:pPr>
            <a:r>
              <a:rPr lang="ro-RO" sz="2400" dirty="0"/>
              <a:t> 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16C7D89D-65C3-5CB1-9D4A-96418F463C09}"/>
              </a:ext>
            </a:extLst>
          </p:cNvPr>
          <p:cNvSpPr/>
          <p:nvPr/>
        </p:nvSpPr>
        <p:spPr>
          <a:xfrm>
            <a:off x="4366220" y="1916832"/>
            <a:ext cx="3312368" cy="1152128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FD70D9C5-1312-1D28-D363-07104D9865F6}"/>
              </a:ext>
            </a:extLst>
          </p:cNvPr>
          <p:cNvSpPr/>
          <p:nvPr/>
        </p:nvSpPr>
        <p:spPr>
          <a:xfrm>
            <a:off x="4366220" y="4653136"/>
            <a:ext cx="3312368" cy="1224136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 sz="2800" dirty="0"/>
          </a:p>
        </p:txBody>
      </p:sp>
      <p:cxnSp>
        <p:nvCxnSpPr>
          <p:cNvPr id="6" name="Conector drept cu săgeată 5">
            <a:extLst>
              <a:ext uri="{FF2B5EF4-FFF2-40B4-BE49-F238E27FC236}">
                <a16:creationId xmlns:a16="http://schemas.microsoft.com/office/drawing/2014/main" id="{5E52F34A-3E99-12F5-16A2-FB6F0EC89B72}"/>
              </a:ext>
            </a:extLst>
          </p:cNvPr>
          <p:cNvCxnSpPr>
            <a:cxnSpLocks/>
          </p:cNvCxnSpPr>
          <p:nvPr/>
        </p:nvCxnSpPr>
        <p:spPr>
          <a:xfrm>
            <a:off x="5086300" y="3068960"/>
            <a:ext cx="0" cy="1584176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rept cu săgeată 8">
            <a:extLst>
              <a:ext uri="{FF2B5EF4-FFF2-40B4-BE49-F238E27FC236}">
                <a16:creationId xmlns:a16="http://schemas.microsoft.com/office/drawing/2014/main" id="{92E147C2-C67C-4C6E-1247-A34E852C097B}"/>
              </a:ext>
            </a:extLst>
          </p:cNvPr>
          <p:cNvCxnSpPr/>
          <p:nvPr/>
        </p:nvCxnSpPr>
        <p:spPr>
          <a:xfrm flipV="1">
            <a:off x="6814492" y="3068960"/>
            <a:ext cx="0" cy="1584176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tăText 9">
            <a:extLst>
              <a:ext uri="{FF2B5EF4-FFF2-40B4-BE49-F238E27FC236}">
                <a16:creationId xmlns:a16="http://schemas.microsoft.com/office/drawing/2014/main" id="{6B09B690-4202-6041-AD15-707DDECFE128}"/>
              </a:ext>
            </a:extLst>
          </p:cNvPr>
          <p:cNvSpPr txBox="1"/>
          <p:nvPr/>
        </p:nvSpPr>
        <p:spPr>
          <a:xfrm>
            <a:off x="4510236" y="2298067"/>
            <a:ext cx="3024336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ro-RO" dirty="0" err="1"/>
              <a:t>Traffic</a:t>
            </a:r>
            <a:r>
              <a:rPr lang="ro-RO" dirty="0"/>
              <a:t> </a:t>
            </a:r>
            <a:r>
              <a:rPr lang="ro-RO" dirty="0" err="1"/>
              <a:t>blocked</a:t>
            </a:r>
            <a:endParaRPr lang="ro-RO" dirty="0"/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245DA573-2631-ABD3-5E84-F8243B0C229F}"/>
              </a:ext>
            </a:extLst>
          </p:cNvPr>
          <p:cNvSpPr txBox="1"/>
          <p:nvPr/>
        </p:nvSpPr>
        <p:spPr>
          <a:xfrm>
            <a:off x="4510236" y="5142383"/>
            <a:ext cx="3024330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ro-RO" dirty="0" err="1"/>
              <a:t>Traffic</a:t>
            </a:r>
            <a:r>
              <a:rPr lang="ro-RO" dirty="0"/>
              <a:t> </a:t>
            </a:r>
            <a:r>
              <a:rPr lang="ro-RO" dirty="0" err="1"/>
              <a:t>allowed</a:t>
            </a:r>
            <a:endParaRPr lang="ro-RO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F48D4FDD-2525-771E-D8F2-742A6A5D7A0A}"/>
              </a:ext>
            </a:extLst>
          </p:cNvPr>
          <p:cNvSpPr txBox="1"/>
          <p:nvPr/>
        </p:nvSpPr>
        <p:spPr>
          <a:xfrm>
            <a:off x="2710037" y="3594211"/>
            <a:ext cx="2376261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ro-RO" dirty="0"/>
              <a:t>Se da </a:t>
            </a:r>
            <a:r>
              <a:rPr lang="ro-RO" dirty="0" err="1"/>
              <a:t>forward</a:t>
            </a:r>
            <a:endParaRPr lang="ro-RO" dirty="0"/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67C5EAC4-37AF-C5A5-78E8-5CDBCEE1D8B5}"/>
              </a:ext>
            </a:extLst>
          </p:cNvPr>
          <p:cNvSpPr txBox="1"/>
          <p:nvPr/>
        </p:nvSpPr>
        <p:spPr>
          <a:xfrm>
            <a:off x="6814492" y="3286290"/>
            <a:ext cx="3312367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ro-RO" dirty="0"/>
              <a:t>Sunt permise doar mesajele STP, nu mai e trafic de date</a:t>
            </a:r>
          </a:p>
        </p:txBody>
      </p:sp>
    </p:spTree>
    <p:extLst>
      <p:ext uri="{BB962C8B-B14F-4D97-AF65-F5344CB8AC3E}">
        <p14:creationId xmlns:p14="http://schemas.microsoft.com/office/powerpoint/2010/main" val="39125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Șablon de proiect tip vedere Roșu sângeriu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793_TF03460512" id="{2195D08D-6FA4-4A31-82F9-083373B7FE5D}" vid="{FC242194-25D5-4C74-96ED-EB33D0EBAF2E}"/>
    </a:ext>
  </a:extLst>
</a:theme>
</file>

<file path=ppt/theme/theme2.xml><?xml version="1.0" encoding="utf-8"?>
<a:theme xmlns:a="http://schemas.openxmlformats.org/drawingml/2006/main" name="Temă Offic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Diapozitivele de proiectare tip vedere Roșu sângeriu</Template>
  <TotalTime>10</TotalTime>
  <Words>22</Words>
  <Application>Microsoft Office PowerPoint</Application>
  <PresentationFormat>Particularizare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</vt:i4>
      </vt:variant>
    </vt:vector>
  </HeadingPairs>
  <TitlesOfParts>
    <vt:vector size="5" baseType="lpstr">
      <vt:lpstr>Arial</vt:lpstr>
      <vt:lpstr>Cambria</vt:lpstr>
      <vt:lpstr>Century Gothic</vt:lpstr>
      <vt:lpstr>Șablon de proiect tip vedere Roșu sângeriu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BROTEA FLORIN ALEXANDRU</dc:creator>
  <cp:lastModifiedBy>BROTEA FLORIN ALEXANDRU</cp:lastModifiedBy>
  <cp:revision>1</cp:revision>
  <dcterms:created xsi:type="dcterms:W3CDTF">2025-11-17T19:31:07Z</dcterms:created>
  <dcterms:modified xsi:type="dcterms:W3CDTF">2025-11-17T19:42:17Z</dcterms:modified>
</cp:coreProperties>
</file>